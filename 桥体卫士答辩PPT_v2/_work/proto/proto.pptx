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封面_花江峡谷大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0"/>
            <a:ext cx="12192000" cy="4114800"/>
          </a:xfrm>
          <a:prstGeom prst="rect">
            <a:avLst/>
          </a:prstGeom>
          <a:gradFill rotWithShape="1">
            <a:gsLst>
              <a:gs pos="0">
                <a:srgbClr val="0B1B2B">
                  <a:alpha val="0"/>
                </a:srgbClr>
              </a:gs>
              <a:gs pos="45000">
                <a:srgbClr val="0B1B2B">
                  <a:alpha val="62000"/>
                </a:srgbClr>
              </a:gs>
              <a:gs pos="100000">
                <a:srgbClr val="0B1B2B">
                  <a:alpha val="9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" cy="25146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3300000"/>
            <a:ext cx="8001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Segoe UI"/>
                <a:ea typeface="微软雅黑"/>
                <a:cs typeface="Segoe UI"/>
              </a:rPr>
              <a:t>桥体卫士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600000"/>
            <a:ext cx="8001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E6EEF8"/>
                </a:solidFill>
                <a:latin typeface="Segoe UI"/>
                <a:ea typeface="微软雅黑"/>
                <a:cs typeface="Segoe UI"/>
              </a:rPr>
              <a:t>桥梁结构健康监测缩尺原型 · 三维可视化监测场景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5050000"/>
            <a:ext cx="8001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FC3D8"/>
                </a:solidFill>
                <a:latin typeface="Segoe UI"/>
                <a:ea typeface="微软雅黑"/>
                <a:cs typeface="Segoe UI"/>
              </a:rPr>
              <a:t>软件技术专业 · 缩尺桥梁模型受载变化模拟 · 单人主讲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6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0000" y="1000000"/>
            <a:ext cx="3000000" cy="100000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00000" y="3000000"/>
            <a:ext cx="3000000" cy="1000000"/>
          </a:xfrm>
          <a:prstGeom prst="roundRect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5000000"/>
            <a:ext cx="5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第三组：文字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